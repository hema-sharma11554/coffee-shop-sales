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453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321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63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165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787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044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926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725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33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901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21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9/12/2025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251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beverage-brown-caffeine-cappuccino-585753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beverage-brown-caffeine-cappuccino-585753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9F8309-9561-CC09-EE58-8DA9D0A5FFA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6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7812" b="7812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effectLst>
            <a:outerShdw blurRad="850900" dist="50800" dir="5400000" algn="ctr" rotWithShape="0">
              <a:srgbClr val="000000">
                <a:alpha val="5000"/>
              </a:srgb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CD6CE4-4747-D154-154E-589CD57112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1580"/>
            <a:ext cx="8196431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IN" sz="4400" dirty="0"/>
              <a:t>COFEE SHOP SALES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D1B2F-6513-6088-C39F-742D57815B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4503" y="5731580"/>
            <a:ext cx="3392781" cy="960120"/>
          </a:xfrm>
        </p:spPr>
        <p:txBody>
          <a:bodyPr anchor="ctr">
            <a:normAutofit/>
          </a:bodyPr>
          <a:lstStyle/>
          <a:p>
            <a:pPr algn="r"/>
            <a:r>
              <a:rPr lang="en-IN" sz="1900" dirty="0"/>
              <a:t>Morning Bliss with Coffee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A4AFF9-780C-7A38-F666-298F9294E8E1}"/>
              </a:ext>
            </a:extLst>
          </p:cNvPr>
          <p:cNvSpPr txBox="1"/>
          <p:nvPr/>
        </p:nvSpPr>
        <p:spPr>
          <a:xfrm>
            <a:off x="536447" y="2161903"/>
            <a:ext cx="555955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endParaRPr lang="en-IN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IN" i="1" dirty="0">
                <a:latin typeface="Aharoni" panose="02010803020104030203" pitchFamily="2" charset="-79"/>
                <a:cs typeface="Aharoni" panose="02010803020104030203" pitchFamily="2" charset="-79"/>
              </a:rPr>
              <a:t>The Main Objective of this project is to analyze the retail sales data to gain actionable insights that will enhance the </a:t>
            </a:r>
          </a:p>
          <a:p>
            <a:endParaRPr lang="en-IN" i="1" dirty="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r>
              <a:rPr lang="en-IN" sz="2400" dirty="0">
                <a:latin typeface="Algerian" panose="04020705040A02060702" pitchFamily="82" charset="0"/>
              </a:rPr>
              <a:t>PERFORMANCE OF THE COFFEE SHOP.</a:t>
            </a:r>
          </a:p>
          <a:p>
            <a:endParaRPr lang="en-IN" sz="2400" dirty="0">
              <a:latin typeface="Algerian" panose="04020705040A02060702" pitchFamily="82" charset="0"/>
            </a:endParaRPr>
          </a:p>
          <a:p>
            <a:endParaRPr lang="en-IN" sz="24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0606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15A653-B16D-E433-A054-D2811CD64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917267A-1793-99FF-9853-D0DCA0F01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8B4808-EB0E-516A-E7AF-7CA4E5785A6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8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7812" b="7812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effectLst>
            <a:outerShdw blurRad="850900" dist="50800" dir="5400000" algn="ctr" rotWithShape="0">
              <a:srgbClr val="000000">
                <a:alpha val="75000"/>
              </a:srgbClr>
            </a:outerShd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77BDE10-4F1E-5CCB-98C0-426EB6BD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77274D-20FF-D3B4-F76A-D4CA564733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5731580"/>
            <a:ext cx="8196431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IN" sz="4400" dirty="0"/>
              <a:t>COFEE SHOP SALES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4A4204-E466-47DB-1614-481E3A0D8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04503" y="5731580"/>
            <a:ext cx="3392781" cy="960120"/>
          </a:xfrm>
        </p:spPr>
        <p:txBody>
          <a:bodyPr anchor="ctr">
            <a:normAutofit/>
          </a:bodyPr>
          <a:lstStyle/>
          <a:p>
            <a:pPr algn="r"/>
            <a:r>
              <a:rPr lang="en-IN" sz="1900" dirty="0"/>
              <a:t>Morning Bliss with Coffee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07FB2B-31AC-DDA7-5595-909E0081EC08}"/>
              </a:ext>
            </a:extLst>
          </p:cNvPr>
          <p:cNvSpPr txBox="1">
            <a:spLocks/>
          </p:cNvSpPr>
          <p:nvPr/>
        </p:nvSpPr>
        <p:spPr>
          <a:xfrm>
            <a:off x="439928" y="0"/>
            <a:ext cx="7498080" cy="49194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2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Aharoni" panose="02010803020104030203" pitchFamily="2" charset="-79"/>
                <a:cs typeface="Aharoni" panose="02010803020104030203" pitchFamily="2" charset="-79"/>
              </a:rPr>
              <a:t>How do Sales vary by day of the week and hour of the day?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Aharoni" panose="02010803020104030203" pitchFamily="2" charset="-79"/>
                <a:cs typeface="Aharoni" panose="02010803020104030203" pitchFamily="2" charset="-79"/>
              </a:rPr>
              <a:t>Are there any big times for sales activity?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Aharoni" panose="02010803020104030203" pitchFamily="2" charset="-79"/>
                <a:cs typeface="Aharoni" panose="02010803020104030203" pitchFamily="2" charset="-79"/>
              </a:rPr>
              <a:t>What is the total sales revenue for each month?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Aharoni" panose="02010803020104030203" pitchFamily="2" charset="-79"/>
                <a:cs typeface="Aharoni" panose="02010803020104030203" pitchFamily="2" charset="-79"/>
              </a:rPr>
              <a:t>How do sales vary across different store locations?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Aharoni" panose="02010803020104030203" pitchFamily="2" charset="-79"/>
                <a:cs typeface="Aharoni" panose="02010803020104030203" pitchFamily="2" charset="-79"/>
              </a:rPr>
              <a:t>What is the average price per order per person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b="1" dirty="0">
                <a:latin typeface="Aharoni" panose="02010803020104030203" pitchFamily="2" charset="-79"/>
                <a:cs typeface="Aharoni" panose="02010803020104030203" pitchFamily="2" charset="-79"/>
              </a:rPr>
              <a:t>which products are the best selling in terms of quantity and revenue?</a:t>
            </a:r>
          </a:p>
        </p:txBody>
      </p:sp>
    </p:spTree>
    <p:extLst>
      <p:ext uri="{BB962C8B-B14F-4D97-AF65-F5344CB8AC3E}">
        <p14:creationId xmlns:p14="http://schemas.microsoft.com/office/powerpoint/2010/main" val="27777815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108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Aharoni</vt:lpstr>
      <vt:lpstr>Algerian</vt:lpstr>
      <vt:lpstr>Arial</vt:lpstr>
      <vt:lpstr>Bierstadt</vt:lpstr>
      <vt:lpstr>GestaltVTI</vt:lpstr>
      <vt:lpstr>COFEE SHOP SALES PROJECT</vt:lpstr>
      <vt:lpstr>COFEE SHOP SALES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Hemlata Sharma</dc:creator>
  <cp:lastModifiedBy>Hemlata Sharma</cp:lastModifiedBy>
  <cp:revision>1</cp:revision>
  <dcterms:created xsi:type="dcterms:W3CDTF">2025-09-12T07:44:41Z</dcterms:created>
  <dcterms:modified xsi:type="dcterms:W3CDTF">2025-09-12T07:57:25Z</dcterms:modified>
</cp:coreProperties>
</file>